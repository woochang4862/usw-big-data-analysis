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57" r:id="rId5"/>
    <p:sldId id="258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4660"/>
  </p:normalViewPr>
  <p:slideViewPr>
    <p:cSldViewPr snapToGrid="0">
      <p:cViewPr varScale="1">
        <p:scale>
          <a:sx n="90" d="100"/>
          <a:sy n="90" d="100"/>
        </p:scale>
        <p:origin x="1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BD51A7-02DD-424C-9C17-591067DE65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140BCB8-96FB-437A-B04C-4989A7F217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1D9DC0-0FD3-4692-8C5A-A5EE69229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73FF0-AB5C-46F3-B4A9-F5E6F1E08902}" type="datetimeFigureOut">
              <a:rPr lang="ko-KR" altLang="en-US" smtClean="0"/>
              <a:t>2025-11-17(Mon)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0B6423-ED90-48A6-AA16-EE01965DE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899604-DE0C-4B6F-9083-D9CA7231D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D4A65-C073-4218-ADC6-E195D86E6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5091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D7A72E-086F-44D1-A142-A6CE78051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7A11A6-38C5-4815-980F-B153A8CB9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78D9A2-F785-4729-A3C2-5F593A201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73FF0-AB5C-46F3-B4A9-F5E6F1E08902}" type="datetimeFigureOut">
              <a:rPr lang="ko-KR" altLang="en-US" smtClean="0"/>
              <a:t>2025-11-17(Mon)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735EAC-3103-42A3-976F-253B1BA52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24CCE3-4AA8-49EC-82EE-38750E167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D4A65-C073-4218-ADC6-E195D86E6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0203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BED54-4659-4AD2-B4E1-E453868E7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967258-B284-4235-B77C-205F2740A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07932C-A3AA-44C3-B6A3-ABF4BA9E8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73FF0-AB5C-46F3-B4A9-F5E6F1E08902}" type="datetimeFigureOut">
              <a:rPr lang="ko-KR" altLang="en-US" smtClean="0"/>
              <a:t>2025-11-17(Mon)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B75940-1000-4BF3-9AEE-3DFEC67AB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446B64-9ABF-4C23-9C13-8A08B8D75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D4A65-C073-4218-ADC6-E195D86E6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9534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6BCCBE-E2E6-4F12-9006-3DEF74EC6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1B879F-46CC-455C-A68D-3E4CAEEF55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6E0CC28-9213-4587-997C-ABEC79A62A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A01996-E0A2-4094-A1B6-202CB6DC6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73FF0-AB5C-46F3-B4A9-F5E6F1E08902}" type="datetimeFigureOut">
              <a:rPr lang="ko-KR" altLang="en-US" smtClean="0"/>
              <a:t>2025-11-17(Mon)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799C0C-0224-4EC8-8A0A-F2A1DC3E4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34C3CF-6D3F-4741-AB40-4866F4211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D4A65-C073-4218-ADC6-E195D86E6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4904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7B1743-1DC1-49FA-BA8A-C834000B8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663329-898A-4448-BF7C-9AFB81B87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5FB1A3-7EB7-4923-8DC9-56360418E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72282B1-69F5-4388-A3A9-397FE75BC9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14DD518-D188-4CD4-9A06-299400134F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3D93EB3-1C28-42E0-A1D8-A4EA2E319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73FF0-AB5C-46F3-B4A9-F5E6F1E08902}" type="datetimeFigureOut">
              <a:rPr lang="ko-KR" altLang="en-US" smtClean="0"/>
              <a:t>2025-11-17(Mon)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B5C61AB-3F93-465E-880E-564FD87C1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9C5A71D-97E3-4237-8CD7-08E6691CA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D4A65-C073-4218-ADC6-E195D86E6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0255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756BF7-98DF-47D9-B357-52CA8FB1E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98B322F-E6F0-4F1E-A8C0-69C3AAB85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73FF0-AB5C-46F3-B4A9-F5E6F1E08902}" type="datetimeFigureOut">
              <a:rPr lang="ko-KR" altLang="en-US" smtClean="0"/>
              <a:t>2025-11-17(Mon)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2311C23-2E36-44FD-B0DA-2EC0FBC6E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6B61A9F-07D7-4890-8ACB-7BE8A6F7A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D4A65-C073-4218-ADC6-E195D86E6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5151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D8B7AC5-28C8-4B85-ABB6-ECC8B8E16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73FF0-AB5C-46F3-B4A9-F5E6F1E08902}" type="datetimeFigureOut">
              <a:rPr lang="ko-KR" altLang="en-US" smtClean="0"/>
              <a:t>2025-11-17(Mon)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14E9873-3316-4A65-AB67-E5DD591FF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F9ADE3-93C0-4E22-B765-719D91A79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D4A65-C073-4218-ADC6-E195D86E6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1359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972911-C665-4A98-A8D2-052EB388E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A5C2A4-FED0-4171-8514-98C4EBB2A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DBD368-93FC-41B7-90DF-5F8E3F0DA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717F3EB-5433-44C6-9878-356599B36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73FF0-AB5C-46F3-B4A9-F5E6F1E08902}" type="datetimeFigureOut">
              <a:rPr lang="ko-KR" altLang="en-US" smtClean="0"/>
              <a:t>2025-11-17(Mon)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35B827B-6D39-4C57-AF13-41C263ACA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2A1E85-CC03-451C-ABEE-DF16A77A8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D4A65-C073-4218-ADC6-E195D86E6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2392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7C75CE-C4AD-478A-9518-8BA5AF9D3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E8A926C-7A3D-4C28-836E-B083EDF9B9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E652261-FC53-448D-B3FD-03CFA7E4D7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81A89D-271C-44BA-BE28-7DD9A902F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73FF0-AB5C-46F3-B4A9-F5E6F1E08902}" type="datetimeFigureOut">
              <a:rPr lang="ko-KR" altLang="en-US" smtClean="0"/>
              <a:t>2025-11-17(Mon)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AD9061C-6C2F-4410-B485-C10ADA03A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7DB2E02-026F-4CF8-9D48-4BA67E827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D4A65-C073-4218-ADC6-E195D86E6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6213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B7E026-A085-461A-ADEE-06BA06A2D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1E9304E-6A40-4BB9-A0DA-A05469DDA0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1DEA14-3F68-4244-8169-D55AC1312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73FF0-AB5C-46F3-B4A9-F5E6F1E08902}" type="datetimeFigureOut">
              <a:rPr lang="ko-KR" altLang="en-US" smtClean="0"/>
              <a:t>2025-11-17(Mon)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EC153E-25C0-47C3-A5BF-1FF7F0D7C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D375B6-4928-4E73-A155-C4254699E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D4A65-C073-4218-ADC6-E195D86E6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28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0B7A768-BFEF-4D4F-9A55-0714F93283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40BBD37-5BE3-40DF-ADB9-8C074E9A9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7942AA-56DD-4E5C-899E-E6E84A70C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73FF0-AB5C-46F3-B4A9-F5E6F1E08902}" type="datetimeFigureOut">
              <a:rPr lang="ko-KR" altLang="en-US" smtClean="0"/>
              <a:t>2025-11-17(Mon)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B0B540-FF80-4605-AA38-9EAA16F47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BCFCC4-8ED0-4C49-AC59-F76EC5AF6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D4A65-C073-4218-ADC6-E195D86E6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2638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34031FD-185A-4A45-838D-EBD7615FE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34B346-9C81-44DA-B5E5-B56312192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20C5F5-3616-4A0C-AC3E-45C1F4C801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573FF0-AB5C-46F3-B4A9-F5E6F1E08902}" type="datetimeFigureOut">
              <a:rPr lang="ko-KR" altLang="en-US" smtClean="0"/>
              <a:t>2025-11-17(Mon)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EE279B-77FA-48BA-86B5-91E8DE5E47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A00C41-945C-4BDB-BF38-8AD4437B61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D4A65-C073-4218-ADC6-E195D86E6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0073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92DD3A-2E3F-4E10-AEAA-4C066C3109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국민건강영양조사</a:t>
            </a:r>
            <a:br>
              <a:rPr lang="en-US" altLang="ko-KR" dirty="0"/>
            </a:br>
            <a:r>
              <a:rPr lang="ko-KR" altLang="en-US" dirty="0"/>
              <a:t>데이터 다운로드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488498B-8EAA-49FE-A6A5-C13304B717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2350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5FBE1D-910A-477A-91A7-DEAA5435C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원본데이터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3DC719-C47A-4E09-8BCF-DB47935AC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https://knhanes.kdca.go.kr/knhanes/rawDataDwnld/rawDataDwnld.do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2CE83F2-27AA-4904-BF69-798B23DB5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954" y="2540114"/>
            <a:ext cx="6822572" cy="4052071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270C0B1E-48E2-4C14-B05E-F3B360BA5719}"/>
              </a:ext>
            </a:extLst>
          </p:cNvPr>
          <p:cNvSpPr/>
          <p:nvPr/>
        </p:nvSpPr>
        <p:spPr>
          <a:xfrm>
            <a:off x="7878726" y="3147237"/>
            <a:ext cx="531627" cy="22328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948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BB16349-146B-4C47-9758-601043613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15" y="0"/>
            <a:ext cx="100523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64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5FBE1D-910A-477A-91A7-DEAA5435C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이용지침서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3DC719-C47A-4E09-8BCF-DB47935AC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https://knhanes.kdca.go.kr/knhanes/dataAnlsGd/utztnGd.do;jsessionid=v2uMcbDevHTv4Y8BWE14oBCmehZRlni8gU5rizO4.knhanes_10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0816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0A1EFD5-EF6F-48DB-B413-476B630FC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9174" y="0"/>
            <a:ext cx="47736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82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884FA9FA-6449-4F8B-8A9C-64C6B2527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708" y="0"/>
            <a:ext cx="46825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181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806B62C-5749-4000-BD21-B20CCC694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0911" y="0"/>
            <a:ext cx="45501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723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48</Words>
  <Application>Microsoft Office PowerPoint</Application>
  <PresentationFormat>와이드스크린</PresentationFormat>
  <Paragraphs>5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국민건강영양조사 데이터 다운로드</vt:lpstr>
      <vt:lpstr>원본데이터</vt:lpstr>
      <vt:lpstr>PowerPoint 프레젠테이션</vt:lpstr>
      <vt:lpstr>이용지침서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국민건강영양조사 데이터 다운로드</dc:title>
  <dc:creator>Hongryul Ahn</dc:creator>
  <cp:lastModifiedBy>Hongryul Ahn</cp:lastModifiedBy>
  <cp:revision>2</cp:revision>
  <dcterms:created xsi:type="dcterms:W3CDTF">2025-11-17T03:59:28Z</dcterms:created>
  <dcterms:modified xsi:type="dcterms:W3CDTF">2025-11-17T04:00:48Z</dcterms:modified>
</cp:coreProperties>
</file>